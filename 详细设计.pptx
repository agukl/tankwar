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57" r:id="rId5"/>
    <p:sldId id="263" r:id="rId6"/>
    <p:sldId id="282" r:id="rId7"/>
    <p:sldId id="292" r:id="rId8"/>
    <p:sldId id="266" r:id="rId9"/>
    <p:sldId id="268" r:id="rId10"/>
    <p:sldId id="275" r:id="rId11"/>
    <p:sldId id="293" r:id="rId12"/>
    <p:sldId id="264" r:id="rId13"/>
    <p:sldId id="265" r:id="rId14"/>
  </p:sldIdLst>
  <p:sldSz cx="9144000" cy="6858000" type="screen4x3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llo" initials="n" lastIdx="2" clrIdx="0"/>
  <p:cmAuthor id="2" name="作者" initials="作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3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77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.xml"/><Relationship Id="rId7" Type="http://schemas.openxmlformats.org/officeDocument/2006/relationships/image" Target="../media/image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image" Target="../media/image2.png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3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image" Target="../media/image3.png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0" Type="http://schemas.openxmlformats.org/officeDocument/2006/relationships/slideLayout" Target="../slideLayouts/slideLayout29.xml"/><Relationship Id="rId1" Type="http://schemas.openxmlformats.org/officeDocument/2006/relationships/tags" Target="../tags/tag4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65.xml"/><Relationship Id="rId10" Type="http://schemas.openxmlformats.org/officeDocument/2006/relationships/image" Target="../media/image5.png"/><Relationship Id="rId1" Type="http://schemas.openxmlformats.org/officeDocument/2006/relationships/tags" Target="../tags/tag5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587" y="857250"/>
            <a:ext cx="9145588" cy="3452813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4499610" y="857250"/>
            <a:ext cx="4628515" cy="3453130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063"/>
            <a:ext cx="9145588" cy="1690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 fontAlgn="base"/>
            <a:endParaRPr kumimoji="1" lang="zh-CN" altLang="en-US" sz="1200" b="1" strike="noStrike" noProof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396875" y="5287963"/>
            <a:ext cx="8140700" cy="712788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组长：</a:t>
            </a:r>
            <a:r>
              <a:rPr lang="en-US" altLang="zh-CN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郎竑健 </a:t>
            </a:r>
            <a:endParaRPr kumimoji="0" lang="en-US" altLang="zh-CN" sz="1200" b="0" i="0" u="none" strike="noStrike" kern="1200" cap="none" spc="150" normalizeH="0" baseline="0" noProof="1">
              <a:solidFill>
                <a:srgbClr val="40404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cs"/>
            </a:endParaRP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组员：</a:t>
            </a:r>
            <a:r>
              <a:rPr lang="en-US" altLang="zh-CN" sz="1200" strike="noStrike" noProof="1">
                <a:solidFill>
                  <a:srgbClr val="40404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rPr>
              <a:t>徐志浩 俞伟鸿 王天宇</a:t>
            </a:r>
            <a:endParaRPr lang="zh-CN" altLang="en-US" sz="1200" strike="noStrike" noProof="1" dirty="0">
              <a:solidFill>
                <a:srgbClr val="000000">
                  <a:lumMod val="50000"/>
                  <a:lumOff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3132138" y="1525588"/>
            <a:ext cx="4192588" cy="1060450"/>
          </a:xfrm>
          <a:prstGeom prst="rect">
            <a:avLst/>
          </a:prstGeom>
          <a:noFill/>
        </p:spPr>
        <p:txBody>
          <a:bodyPr wrap="square" lIns="76200" tIns="28575" rIns="47625" bIns="28575" rtlCol="0" anchor="b" anchorCtr="0">
            <a:noAutofit/>
          </a:bodyPr>
          <a:lstStyle/>
          <a:p>
            <a:pPr fontAlgn="auto"/>
            <a:r>
              <a:rPr lang="zh-CN" altLang="en-US" sz="4400" b="1" spc="300" noProof="1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总体设计</a:t>
            </a:r>
            <a:endParaRPr lang="zh-CN" altLang="en-US" sz="4400" b="1" spc="300" noProof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r" fontAlgn="auto"/>
            <a:endParaRPr lang="en-US" altLang="zh-CN" sz="2700" b="1" spc="300" noProof="1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/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 fontAlgn="base"/>
              <a:endParaRPr lang="zh-CN" altLang="en-US" sz="1350" strike="noStrike" noProof="1"/>
            </a:p>
          </p:txBody>
        </p:sp>
        <p:sp>
          <p:nvSpPr>
            <p:cNvPr id="20" name="任意多边形: 形状 19"/>
            <p:cNvSpPr>
              <a:spLocks noChangeAspect="1"/>
            </p:cNvSpPr>
            <p:nvPr/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 fontAlgn="base"/>
              <a:endParaRPr lang="zh-CN" altLang="en-US" sz="1350" strike="noStrike" noProof="1"/>
            </a:p>
          </p:txBody>
        </p:sp>
      </p:grpSp>
      <p:pic>
        <p:nvPicPr>
          <p:cNvPr id="3079" name="图片 -21474826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9475" y="2205038"/>
            <a:ext cx="2095500" cy="928687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8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179705" y="189230"/>
            <a:ext cx="1392555" cy="62293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7"/>
            </p:custDataLst>
          </p:nvPr>
        </p:nvSpPr>
        <p:spPr>
          <a:xfrm>
            <a:off x="395605" y="1484630"/>
            <a:ext cx="7056755" cy="467804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Wingdings" panose="05000000000000000000" charset="0"/>
            </a:pP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设计方案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环境概述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模块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数据库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</a:t>
            </a: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sz="1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endParaRPr lang="zh-CN"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60153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设计方案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文本框 1"/>
          <p:cNvSpPr txBox="1"/>
          <p:nvPr>
            <p:custDataLst>
              <p:tags r:id="rId8"/>
            </p:custDataLst>
          </p:nvPr>
        </p:nvSpPr>
        <p:spPr>
          <a:xfrm>
            <a:off x="467360" y="1485265"/>
            <a:ext cx="6669405" cy="271335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285750" indent="-285750">
              <a:buFont typeface="Wingdings" panose="05000000000000000000" charset="0"/>
              <a:buChar char="l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界面：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Wingdings" panose="05000000000000000000" charset="0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1.界面结构包含横向结构（二维的信息区域划分）和纵向结构（多个横向结构的堆叠）。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Wingdings" panose="05000000000000000000" charset="0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2.功能区信息划分为四大类：信息元件；执行元件；装饰元件；混合元件。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后端：java。基于组员对各高级语言的熟悉程度确定。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数据存储：本地存储及MySQL服务器的搭建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179705" y="260985"/>
            <a:ext cx="2719705" cy="62484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环境概述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819150" y="1268730"/>
            <a:ext cx="7701280" cy="438721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+mj-lt"/>
            </a:pPr>
            <a:r>
              <a:rPr 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服务端：</a:t>
            </a:r>
            <a:endParaRPr 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+mj-lt"/>
            </a:pPr>
            <a:r>
              <a:rPr 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操作系统：Microsoft Windows 10</a:t>
            </a:r>
            <a:endParaRPr 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+mj-lt"/>
            </a:pPr>
            <a:r>
              <a:rPr 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数据库系统：MySQL5.0</a:t>
            </a:r>
            <a:endParaRPr 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+mj-lt"/>
            </a:pPr>
            <a:endParaRPr 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+mj-lt"/>
            </a:pPr>
            <a:r>
              <a:rPr 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开发平台要求：</a:t>
            </a:r>
            <a:endParaRPr 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+mj-lt"/>
            </a:pPr>
            <a:r>
              <a:rPr 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开发工具：Eclipse，Navicat8.0</a:t>
            </a:r>
            <a:endParaRPr 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+mj-lt"/>
            </a:pPr>
            <a:r>
              <a:rPr 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客户端：</a:t>
            </a:r>
            <a:endParaRPr 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buFont typeface="+mj-lt"/>
            </a:pPr>
            <a:r>
              <a:rPr lang="zh-CN" sz="2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各种X86以上系列的PC机；能运行WINDOWS2003/2007及更高版本具体WIN32 API的操作系统。同时安装JRE运行环境，最终程序将运行在JRE上。</a:t>
            </a:r>
            <a:endParaRPr lang="zh-CN"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Wingdings" panose="05000000000000000000" charset="0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模块设计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9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" y="836930"/>
            <a:ext cx="8635365" cy="542480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4932045" y="836930"/>
            <a:ext cx="4165600" cy="2245360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359410" y="4310380"/>
            <a:ext cx="4297045" cy="243141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251460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Wingdings" panose="05000000000000000000" charset="0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结构设计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8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1955" y="1543050"/>
            <a:ext cx="8366760" cy="378396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4932045" y="836930"/>
            <a:ext cx="4165600" cy="2245360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34925" y="116840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>
              <a:buFont typeface="Wingdings" panose="05000000000000000000" charset="0"/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数据库设计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395605" y="1261745"/>
            <a:ext cx="6665595" cy="3888105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设计要求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AutoNum type="arabicPeriod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能够存储游戏运行的结果数据，并对游戏的一些设置进行变更记录。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AutoNum type="arabicPeriod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管理员用户能够访问部分存储用户信息的数据，并能够加以修改。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AutoNum type="arabicPeriod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简单提供代码测试人员的信息可视功能，使得测试过程更容易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2900" indent="-342900">
              <a:buAutoNum type="arabicPeriod"/>
            </a:pPr>
            <a:r>
              <a:rPr sz="1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当系统出现问题，不会影响用户信息安全。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/>
          <p:nvPr>
            <p:custDataLst>
              <p:tags r:id="rId1"/>
            </p:custDataLst>
          </p:nvPr>
        </p:nvSpPr>
        <p:spPr>
          <a:xfrm>
            <a:off x="-1906" y="857251"/>
            <a:ext cx="9145906" cy="3453051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>
            <p:custDataLst>
              <p:tags r:id="rId2"/>
            </p:custDataLst>
          </p:nvPr>
        </p:nvSpPr>
        <p:spPr>
          <a:xfrm>
            <a:off x="3759518" y="857251"/>
            <a:ext cx="5384801" cy="3453051"/>
          </a:xfrm>
          <a:custGeom>
            <a:avLst/>
            <a:gdLst>
              <a:gd name="connsiteX0" fmla="*/ 1164431 w 6780657"/>
              <a:gd name="connsiteY0" fmla="*/ 0 h 4657725"/>
              <a:gd name="connsiteX1" fmla="*/ 6780657 w 6780657"/>
              <a:gd name="connsiteY1" fmla="*/ 0 h 4657725"/>
              <a:gd name="connsiteX2" fmla="*/ 6780657 w 6780657"/>
              <a:gd name="connsiteY2" fmla="*/ 4657725 h 4657725"/>
              <a:gd name="connsiteX3" fmla="*/ 0 w 6780657"/>
              <a:gd name="connsiteY3" fmla="*/ 4657725 h 465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80657" h="4657725">
                <a:moveTo>
                  <a:pt x="1164431" y="0"/>
                </a:moveTo>
                <a:lnTo>
                  <a:pt x="6780657" y="0"/>
                </a:lnTo>
                <a:lnTo>
                  <a:pt x="6780657" y="4657725"/>
                </a:lnTo>
                <a:lnTo>
                  <a:pt x="0" y="4657725"/>
                </a:lnTo>
                <a:close/>
              </a:path>
            </a:pathLst>
          </a:custGeom>
          <a:solidFill>
            <a:srgbClr val="FFFFFF">
              <a:lumMod val="85000"/>
              <a:alpha val="50000"/>
            </a:srgbClr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0" y="4310303"/>
            <a:ext cx="9144900" cy="1690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rgbClr val="1D6DC2">
              <a:shade val="50000"/>
            </a:srgbClr>
          </a:lnRef>
          <a:fillRef idx="1">
            <a:srgbClr val="1D6DC2"/>
          </a:fillRef>
          <a:effectRef idx="0">
            <a:srgbClr val="1D6DC2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107315" y="188595"/>
            <a:ext cx="3860800" cy="835660"/>
          </a:xfrm>
          <a:prstGeom prst="rect">
            <a:avLst/>
          </a:prstGeom>
          <a:noFill/>
        </p:spPr>
        <p:txBody>
          <a:bodyPr wrap="square" lIns="76200" tIns="0" rIns="61912" bIns="0" rtlCol="0">
            <a:no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数据字典、</a:t>
            </a:r>
            <a:r>
              <a:rPr lang="en-US" altLang="zh-CN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ER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endParaRPr lang="zh-CN" altLang="en-US" sz="28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587111" y="1820168"/>
            <a:ext cx="540000" cy="471206"/>
            <a:chOff x="1168400" y="1347856"/>
            <a:chExt cx="723913" cy="631688"/>
          </a:xfrm>
          <a:solidFill>
            <a:srgbClr val="FFFFFF">
              <a:lumMod val="85000"/>
              <a:alpha val="50000"/>
            </a:srgbClr>
          </a:solidFill>
        </p:grpSpPr>
        <p:sp>
          <p:nvSpPr>
            <p:cNvPr id="19" name="任意多边形: 形状 1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1168400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  <p:sp>
          <p:nvSpPr>
            <p:cNvPr id="20" name="任意多边形: 形状 1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581018" y="1347856"/>
              <a:ext cx="311295" cy="631688"/>
            </a:xfrm>
            <a:custGeom>
              <a:avLst/>
              <a:gdLst>
                <a:gd name="connsiteX0" fmla="*/ 207995 w 295275"/>
                <a:gd name="connsiteY0" fmla="*/ 0 h 599179"/>
                <a:gd name="connsiteX1" fmla="*/ 218480 w 295275"/>
                <a:gd name="connsiteY1" fmla="*/ 17025 h 599179"/>
                <a:gd name="connsiteX2" fmla="*/ 263922 w 295275"/>
                <a:gd name="connsiteY2" fmla="*/ 59952 h 599179"/>
                <a:gd name="connsiteX3" fmla="*/ 275967 w 295275"/>
                <a:gd name="connsiteY3" fmla="*/ 66705 h 599179"/>
                <a:gd name="connsiteX4" fmla="*/ 258864 w 295275"/>
                <a:gd name="connsiteY4" fmla="*/ 77309 h 599179"/>
                <a:gd name="connsiteX5" fmla="*/ 164932 w 295275"/>
                <a:gd name="connsiteY5" fmla="*/ 229252 h 599179"/>
                <a:gd name="connsiteX6" fmla="*/ 145322 w 295275"/>
                <a:gd name="connsiteY6" fmla="*/ 303904 h 599179"/>
                <a:gd name="connsiteX7" fmla="*/ 295275 w 295275"/>
                <a:gd name="connsiteY7" fmla="*/ 303904 h 599179"/>
                <a:gd name="connsiteX8" fmla="*/ 295275 w 295275"/>
                <a:gd name="connsiteY8" fmla="*/ 599179 h 599179"/>
                <a:gd name="connsiteX9" fmla="*/ 0 w 295275"/>
                <a:gd name="connsiteY9" fmla="*/ 599179 h 599179"/>
                <a:gd name="connsiteX10" fmla="*/ 0 w 295275"/>
                <a:gd name="connsiteY10" fmla="*/ 303904 h 599179"/>
                <a:gd name="connsiteX11" fmla="*/ 5952 w 295275"/>
                <a:gd name="connsiteY11" fmla="*/ 269304 h 599179"/>
                <a:gd name="connsiteX12" fmla="*/ 204540 w 295275"/>
                <a:gd name="connsiteY12" fmla="*/ 547 h 599179"/>
                <a:gd name="connsiteX0-1" fmla="*/ 207995 w 295275"/>
                <a:gd name="connsiteY0-2" fmla="*/ 0 h 599179"/>
                <a:gd name="connsiteX1-3" fmla="*/ 218480 w 295275"/>
                <a:gd name="connsiteY1-4" fmla="*/ 17025 h 599179"/>
                <a:gd name="connsiteX2-5" fmla="*/ 263922 w 295275"/>
                <a:gd name="connsiteY2-6" fmla="*/ 59952 h 599179"/>
                <a:gd name="connsiteX3-7" fmla="*/ 275967 w 295275"/>
                <a:gd name="connsiteY3-8" fmla="*/ 66705 h 599179"/>
                <a:gd name="connsiteX4-9" fmla="*/ 258864 w 295275"/>
                <a:gd name="connsiteY4-10" fmla="*/ 77309 h 599179"/>
                <a:gd name="connsiteX5-11" fmla="*/ 164932 w 295275"/>
                <a:gd name="connsiteY5-12" fmla="*/ 229252 h 599179"/>
                <a:gd name="connsiteX6-13" fmla="*/ 152376 w 295275"/>
                <a:gd name="connsiteY6-14" fmla="*/ 303904 h 599179"/>
                <a:gd name="connsiteX7-15" fmla="*/ 295275 w 295275"/>
                <a:gd name="connsiteY7-16" fmla="*/ 303904 h 599179"/>
                <a:gd name="connsiteX8-17" fmla="*/ 295275 w 295275"/>
                <a:gd name="connsiteY8-18" fmla="*/ 599179 h 599179"/>
                <a:gd name="connsiteX9-19" fmla="*/ 0 w 295275"/>
                <a:gd name="connsiteY9-20" fmla="*/ 599179 h 599179"/>
                <a:gd name="connsiteX10-21" fmla="*/ 0 w 295275"/>
                <a:gd name="connsiteY10-22" fmla="*/ 303904 h 599179"/>
                <a:gd name="connsiteX11-23" fmla="*/ 5952 w 295275"/>
                <a:gd name="connsiteY11-24" fmla="*/ 269304 h 599179"/>
                <a:gd name="connsiteX12-25" fmla="*/ 204540 w 295275"/>
                <a:gd name="connsiteY12-26" fmla="*/ 547 h 599179"/>
                <a:gd name="connsiteX13" fmla="*/ 207995 w 295275"/>
                <a:gd name="connsiteY13" fmla="*/ 0 h 599179"/>
                <a:gd name="connsiteX0-27" fmla="*/ 207995 w 295275"/>
                <a:gd name="connsiteY0-28" fmla="*/ 0 h 599179"/>
                <a:gd name="connsiteX1-29" fmla="*/ 218480 w 295275"/>
                <a:gd name="connsiteY1-30" fmla="*/ 17025 h 599179"/>
                <a:gd name="connsiteX2-31" fmla="*/ 263922 w 295275"/>
                <a:gd name="connsiteY2-32" fmla="*/ 59952 h 599179"/>
                <a:gd name="connsiteX3-33" fmla="*/ 275967 w 295275"/>
                <a:gd name="connsiteY3-34" fmla="*/ 66705 h 599179"/>
                <a:gd name="connsiteX4-35" fmla="*/ 258864 w 295275"/>
                <a:gd name="connsiteY4-36" fmla="*/ 77309 h 599179"/>
                <a:gd name="connsiteX5-37" fmla="*/ 164932 w 295275"/>
                <a:gd name="connsiteY5-38" fmla="*/ 229252 h 599179"/>
                <a:gd name="connsiteX6-39" fmla="*/ 152376 w 295275"/>
                <a:gd name="connsiteY6-40" fmla="*/ 303904 h 599179"/>
                <a:gd name="connsiteX7-41" fmla="*/ 295275 w 295275"/>
                <a:gd name="connsiteY7-42" fmla="*/ 303904 h 599179"/>
                <a:gd name="connsiteX8-43" fmla="*/ 295275 w 295275"/>
                <a:gd name="connsiteY8-44" fmla="*/ 599179 h 599179"/>
                <a:gd name="connsiteX9-45" fmla="*/ 0 w 295275"/>
                <a:gd name="connsiteY9-46" fmla="*/ 599179 h 599179"/>
                <a:gd name="connsiteX10-47" fmla="*/ 0 w 295275"/>
                <a:gd name="connsiteY10-48" fmla="*/ 303904 h 599179"/>
                <a:gd name="connsiteX11-49" fmla="*/ 5952 w 295275"/>
                <a:gd name="connsiteY11-50" fmla="*/ 269304 h 599179"/>
                <a:gd name="connsiteX12-51" fmla="*/ 204540 w 295275"/>
                <a:gd name="connsiteY12-52" fmla="*/ 547 h 599179"/>
                <a:gd name="connsiteX13-53" fmla="*/ 207995 w 295275"/>
                <a:gd name="connsiteY13-54" fmla="*/ 0 h 599179"/>
                <a:gd name="connsiteX0-55" fmla="*/ 207995 w 295275"/>
                <a:gd name="connsiteY0-56" fmla="*/ 0 h 599179"/>
                <a:gd name="connsiteX1-57" fmla="*/ 218480 w 295275"/>
                <a:gd name="connsiteY1-58" fmla="*/ 17025 h 599179"/>
                <a:gd name="connsiteX2-59" fmla="*/ 263922 w 295275"/>
                <a:gd name="connsiteY2-60" fmla="*/ 59952 h 599179"/>
                <a:gd name="connsiteX3-61" fmla="*/ 275967 w 295275"/>
                <a:gd name="connsiteY3-62" fmla="*/ 66705 h 599179"/>
                <a:gd name="connsiteX4-63" fmla="*/ 258864 w 295275"/>
                <a:gd name="connsiteY4-64" fmla="*/ 77309 h 599179"/>
                <a:gd name="connsiteX5-65" fmla="*/ 164932 w 295275"/>
                <a:gd name="connsiteY5-66" fmla="*/ 229252 h 599179"/>
                <a:gd name="connsiteX6-67" fmla="*/ 152376 w 295275"/>
                <a:gd name="connsiteY6-68" fmla="*/ 303904 h 599179"/>
                <a:gd name="connsiteX7-69" fmla="*/ 295275 w 295275"/>
                <a:gd name="connsiteY7-70" fmla="*/ 303904 h 599179"/>
                <a:gd name="connsiteX8-71" fmla="*/ 295275 w 295275"/>
                <a:gd name="connsiteY8-72" fmla="*/ 599179 h 599179"/>
                <a:gd name="connsiteX9-73" fmla="*/ 0 w 295275"/>
                <a:gd name="connsiteY9-74" fmla="*/ 599179 h 599179"/>
                <a:gd name="connsiteX10-75" fmla="*/ 0 w 295275"/>
                <a:gd name="connsiteY10-76" fmla="*/ 303904 h 599179"/>
                <a:gd name="connsiteX11-77" fmla="*/ 5952 w 295275"/>
                <a:gd name="connsiteY11-78" fmla="*/ 269304 h 599179"/>
                <a:gd name="connsiteX12-79" fmla="*/ 204540 w 295275"/>
                <a:gd name="connsiteY12-80" fmla="*/ 547 h 599179"/>
                <a:gd name="connsiteX13-81" fmla="*/ 207995 w 295275"/>
                <a:gd name="connsiteY13-82" fmla="*/ 0 h 599179"/>
                <a:gd name="connsiteX0-83" fmla="*/ 207995 w 295275"/>
                <a:gd name="connsiteY0-84" fmla="*/ 0 h 599179"/>
                <a:gd name="connsiteX1-85" fmla="*/ 218480 w 295275"/>
                <a:gd name="connsiteY1-86" fmla="*/ 17025 h 599179"/>
                <a:gd name="connsiteX2-87" fmla="*/ 263922 w 295275"/>
                <a:gd name="connsiteY2-88" fmla="*/ 59952 h 599179"/>
                <a:gd name="connsiteX3-89" fmla="*/ 275967 w 295275"/>
                <a:gd name="connsiteY3-90" fmla="*/ 66705 h 599179"/>
                <a:gd name="connsiteX4-91" fmla="*/ 258864 w 295275"/>
                <a:gd name="connsiteY4-92" fmla="*/ 77309 h 599179"/>
                <a:gd name="connsiteX5-93" fmla="*/ 152376 w 295275"/>
                <a:gd name="connsiteY5-94" fmla="*/ 303904 h 599179"/>
                <a:gd name="connsiteX6-95" fmla="*/ 295275 w 295275"/>
                <a:gd name="connsiteY6-96" fmla="*/ 303904 h 599179"/>
                <a:gd name="connsiteX7-97" fmla="*/ 295275 w 295275"/>
                <a:gd name="connsiteY7-98" fmla="*/ 599179 h 599179"/>
                <a:gd name="connsiteX8-99" fmla="*/ 0 w 295275"/>
                <a:gd name="connsiteY8-100" fmla="*/ 599179 h 599179"/>
                <a:gd name="connsiteX9-101" fmla="*/ 0 w 295275"/>
                <a:gd name="connsiteY9-102" fmla="*/ 303904 h 599179"/>
                <a:gd name="connsiteX10-103" fmla="*/ 5952 w 295275"/>
                <a:gd name="connsiteY10-104" fmla="*/ 269304 h 599179"/>
                <a:gd name="connsiteX11-105" fmla="*/ 204540 w 295275"/>
                <a:gd name="connsiteY11-106" fmla="*/ 547 h 599179"/>
                <a:gd name="connsiteX12-107" fmla="*/ 207995 w 295275"/>
                <a:gd name="connsiteY12-108" fmla="*/ 0 h 599179"/>
                <a:gd name="connsiteX0-109" fmla="*/ 207995 w 295275"/>
                <a:gd name="connsiteY0-110" fmla="*/ 0 h 599179"/>
                <a:gd name="connsiteX1-111" fmla="*/ 218480 w 295275"/>
                <a:gd name="connsiteY1-112" fmla="*/ 17025 h 599179"/>
                <a:gd name="connsiteX2-113" fmla="*/ 263922 w 295275"/>
                <a:gd name="connsiteY2-114" fmla="*/ 59952 h 599179"/>
                <a:gd name="connsiteX3-115" fmla="*/ 275967 w 295275"/>
                <a:gd name="connsiteY3-116" fmla="*/ 66705 h 599179"/>
                <a:gd name="connsiteX4-117" fmla="*/ 258864 w 295275"/>
                <a:gd name="connsiteY4-118" fmla="*/ 77309 h 599179"/>
                <a:gd name="connsiteX5-119" fmla="*/ 152376 w 295275"/>
                <a:gd name="connsiteY5-120" fmla="*/ 303904 h 599179"/>
                <a:gd name="connsiteX6-121" fmla="*/ 295275 w 295275"/>
                <a:gd name="connsiteY6-122" fmla="*/ 303904 h 599179"/>
                <a:gd name="connsiteX7-123" fmla="*/ 295275 w 295275"/>
                <a:gd name="connsiteY7-124" fmla="*/ 599179 h 599179"/>
                <a:gd name="connsiteX8-125" fmla="*/ 0 w 295275"/>
                <a:gd name="connsiteY8-126" fmla="*/ 599179 h 599179"/>
                <a:gd name="connsiteX9-127" fmla="*/ 0 w 295275"/>
                <a:gd name="connsiteY9-128" fmla="*/ 303904 h 599179"/>
                <a:gd name="connsiteX10-129" fmla="*/ 5952 w 295275"/>
                <a:gd name="connsiteY10-130" fmla="*/ 269304 h 599179"/>
                <a:gd name="connsiteX11-131" fmla="*/ 204540 w 295275"/>
                <a:gd name="connsiteY11-132" fmla="*/ 547 h 599179"/>
                <a:gd name="connsiteX12-133" fmla="*/ 207995 w 295275"/>
                <a:gd name="connsiteY12-134" fmla="*/ 0 h 599179"/>
                <a:gd name="connsiteX0-135" fmla="*/ 207995 w 295275"/>
                <a:gd name="connsiteY0-136" fmla="*/ 0 h 599179"/>
                <a:gd name="connsiteX1-137" fmla="*/ 218480 w 295275"/>
                <a:gd name="connsiteY1-138" fmla="*/ 17025 h 599179"/>
                <a:gd name="connsiteX2-139" fmla="*/ 263922 w 295275"/>
                <a:gd name="connsiteY2-140" fmla="*/ 59952 h 599179"/>
                <a:gd name="connsiteX3-141" fmla="*/ 275967 w 295275"/>
                <a:gd name="connsiteY3-142" fmla="*/ 66705 h 599179"/>
                <a:gd name="connsiteX4-143" fmla="*/ 152376 w 295275"/>
                <a:gd name="connsiteY4-144" fmla="*/ 303904 h 599179"/>
                <a:gd name="connsiteX5-145" fmla="*/ 295275 w 295275"/>
                <a:gd name="connsiteY5-146" fmla="*/ 303904 h 599179"/>
                <a:gd name="connsiteX6-147" fmla="*/ 295275 w 295275"/>
                <a:gd name="connsiteY6-148" fmla="*/ 599179 h 599179"/>
                <a:gd name="connsiteX7-149" fmla="*/ 0 w 295275"/>
                <a:gd name="connsiteY7-150" fmla="*/ 599179 h 599179"/>
                <a:gd name="connsiteX8-151" fmla="*/ 0 w 295275"/>
                <a:gd name="connsiteY8-152" fmla="*/ 303904 h 599179"/>
                <a:gd name="connsiteX9-153" fmla="*/ 5952 w 295275"/>
                <a:gd name="connsiteY9-154" fmla="*/ 269304 h 599179"/>
                <a:gd name="connsiteX10-155" fmla="*/ 204540 w 295275"/>
                <a:gd name="connsiteY10-156" fmla="*/ 547 h 599179"/>
                <a:gd name="connsiteX11-157" fmla="*/ 207995 w 295275"/>
                <a:gd name="connsiteY11-158" fmla="*/ 0 h 599179"/>
                <a:gd name="connsiteX0-159" fmla="*/ 207995 w 295275"/>
                <a:gd name="connsiteY0-160" fmla="*/ 0 h 599179"/>
                <a:gd name="connsiteX1-161" fmla="*/ 218480 w 295275"/>
                <a:gd name="connsiteY1-162" fmla="*/ 17025 h 599179"/>
                <a:gd name="connsiteX2-163" fmla="*/ 263922 w 295275"/>
                <a:gd name="connsiteY2-164" fmla="*/ 59952 h 599179"/>
                <a:gd name="connsiteX3-165" fmla="*/ 275967 w 295275"/>
                <a:gd name="connsiteY3-166" fmla="*/ 66705 h 599179"/>
                <a:gd name="connsiteX4-167" fmla="*/ 152376 w 295275"/>
                <a:gd name="connsiteY4-168" fmla="*/ 303904 h 599179"/>
                <a:gd name="connsiteX5-169" fmla="*/ 295275 w 295275"/>
                <a:gd name="connsiteY5-170" fmla="*/ 303904 h 599179"/>
                <a:gd name="connsiteX6-171" fmla="*/ 295275 w 295275"/>
                <a:gd name="connsiteY6-172" fmla="*/ 599179 h 599179"/>
                <a:gd name="connsiteX7-173" fmla="*/ 0 w 295275"/>
                <a:gd name="connsiteY7-174" fmla="*/ 599179 h 599179"/>
                <a:gd name="connsiteX8-175" fmla="*/ 0 w 295275"/>
                <a:gd name="connsiteY8-176" fmla="*/ 303904 h 599179"/>
                <a:gd name="connsiteX9-177" fmla="*/ 5952 w 295275"/>
                <a:gd name="connsiteY9-178" fmla="*/ 269304 h 599179"/>
                <a:gd name="connsiteX10-179" fmla="*/ 204540 w 295275"/>
                <a:gd name="connsiteY10-180" fmla="*/ 547 h 599179"/>
                <a:gd name="connsiteX11-181" fmla="*/ 207995 w 295275"/>
                <a:gd name="connsiteY11-182" fmla="*/ 0 h 599179"/>
                <a:gd name="connsiteX0-183" fmla="*/ 207995 w 295275"/>
                <a:gd name="connsiteY0-184" fmla="*/ 0 h 599179"/>
                <a:gd name="connsiteX1-185" fmla="*/ 218480 w 295275"/>
                <a:gd name="connsiteY1-186" fmla="*/ 17025 h 599179"/>
                <a:gd name="connsiteX2-187" fmla="*/ 263922 w 295275"/>
                <a:gd name="connsiteY2-188" fmla="*/ 59952 h 599179"/>
                <a:gd name="connsiteX3-189" fmla="*/ 275967 w 295275"/>
                <a:gd name="connsiteY3-190" fmla="*/ 66705 h 599179"/>
                <a:gd name="connsiteX4-191" fmla="*/ 152376 w 295275"/>
                <a:gd name="connsiteY4-192" fmla="*/ 303904 h 599179"/>
                <a:gd name="connsiteX5-193" fmla="*/ 295275 w 295275"/>
                <a:gd name="connsiteY5-194" fmla="*/ 303904 h 599179"/>
                <a:gd name="connsiteX6-195" fmla="*/ 295275 w 295275"/>
                <a:gd name="connsiteY6-196" fmla="*/ 599179 h 599179"/>
                <a:gd name="connsiteX7-197" fmla="*/ 0 w 295275"/>
                <a:gd name="connsiteY7-198" fmla="*/ 599179 h 599179"/>
                <a:gd name="connsiteX8-199" fmla="*/ 0 w 295275"/>
                <a:gd name="connsiteY8-200" fmla="*/ 303904 h 599179"/>
                <a:gd name="connsiteX9-201" fmla="*/ 5952 w 295275"/>
                <a:gd name="connsiteY9-202" fmla="*/ 269304 h 599179"/>
                <a:gd name="connsiteX10-203" fmla="*/ 204540 w 295275"/>
                <a:gd name="connsiteY10-204" fmla="*/ 547 h 599179"/>
                <a:gd name="connsiteX11-205" fmla="*/ 207995 w 295275"/>
                <a:gd name="connsiteY11-206" fmla="*/ 0 h 599179"/>
                <a:gd name="connsiteX0-207" fmla="*/ 207995 w 295275"/>
                <a:gd name="connsiteY0-208" fmla="*/ 0 h 599179"/>
                <a:gd name="connsiteX1-209" fmla="*/ 218480 w 295275"/>
                <a:gd name="connsiteY1-210" fmla="*/ 17025 h 599179"/>
                <a:gd name="connsiteX2-211" fmla="*/ 263922 w 295275"/>
                <a:gd name="connsiteY2-212" fmla="*/ 59952 h 599179"/>
                <a:gd name="connsiteX3-213" fmla="*/ 275967 w 295275"/>
                <a:gd name="connsiteY3-214" fmla="*/ 66705 h 599179"/>
                <a:gd name="connsiteX4-215" fmla="*/ 152376 w 295275"/>
                <a:gd name="connsiteY4-216" fmla="*/ 303904 h 599179"/>
                <a:gd name="connsiteX5-217" fmla="*/ 295275 w 295275"/>
                <a:gd name="connsiteY5-218" fmla="*/ 303904 h 599179"/>
                <a:gd name="connsiteX6-219" fmla="*/ 295275 w 295275"/>
                <a:gd name="connsiteY6-220" fmla="*/ 599179 h 599179"/>
                <a:gd name="connsiteX7-221" fmla="*/ 0 w 295275"/>
                <a:gd name="connsiteY7-222" fmla="*/ 599179 h 599179"/>
                <a:gd name="connsiteX8-223" fmla="*/ 0 w 295275"/>
                <a:gd name="connsiteY8-224" fmla="*/ 303904 h 599179"/>
                <a:gd name="connsiteX9-225" fmla="*/ 5952 w 295275"/>
                <a:gd name="connsiteY9-226" fmla="*/ 269304 h 599179"/>
                <a:gd name="connsiteX10-227" fmla="*/ 204540 w 295275"/>
                <a:gd name="connsiteY10-228" fmla="*/ 547 h 599179"/>
                <a:gd name="connsiteX11-229" fmla="*/ 207995 w 295275"/>
                <a:gd name="connsiteY11-230" fmla="*/ 0 h 599179"/>
                <a:gd name="connsiteX0-231" fmla="*/ 207995 w 295275"/>
                <a:gd name="connsiteY0-232" fmla="*/ 0 h 599179"/>
                <a:gd name="connsiteX1-233" fmla="*/ 218480 w 295275"/>
                <a:gd name="connsiteY1-234" fmla="*/ 17025 h 599179"/>
                <a:gd name="connsiteX2-235" fmla="*/ 263922 w 295275"/>
                <a:gd name="connsiteY2-236" fmla="*/ 59952 h 599179"/>
                <a:gd name="connsiteX3-237" fmla="*/ 275967 w 295275"/>
                <a:gd name="connsiteY3-238" fmla="*/ 66705 h 599179"/>
                <a:gd name="connsiteX4-239" fmla="*/ 152376 w 295275"/>
                <a:gd name="connsiteY4-240" fmla="*/ 303904 h 599179"/>
                <a:gd name="connsiteX5-241" fmla="*/ 295275 w 295275"/>
                <a:gd name="connsiteY5-242" fmla="*/ 303904 h 599179"/>
                <a:gd name="connsiteX6-243" fmla="*/ 295275 w 295275"/>
                <a:gd name="connsiteY6-244" fmla="*/ 599179 h 599179"/>
                <a:gd name="connsiteX7-245" fmla="*/ 0 w 295275"/>
                <a:gd name="connsiteY7-246" fmla="*/ 599179 h 599179"/>
                <a:gd name="connsiteX8-247" fmla="*/ 0 w 295275"/>
                <a:gd name="connsiteY8-248" fmla="*/ 303904 h 599179"/>
                <a:gd name="connsiteX9-249" fmla="*/ 204540 w 295275"/>
                <a:gd name="connsiteY9-250" fmla="*/ 547 h 599179"/>
                <a:gd name="connsiteX10-251" fmla="*/ 207995 w 295275"/>
                <a:gd name="connsiteY10-252" fmla="*/ 0 h 599179"/>
                <a:gd name="connsiteX0-253" fmla="*/ 207995 w 295275"/>
                <a:gd name="connsiteY0-254" fmla="*/ 0 h 599179"/>
                <a:gd name="connsiteX1-255" fmla="*/ 218480 w 295275"/>
                <a:gd name="connsiteY1-256" fmla="*/ 17025 h 599179"/>
                <a:gd name="connsiteX2-257" fmla="*/ 263922 w 295275"/>
                <a:gd name="connsiteY2-258" fmla="*/ 59952 h 599179"/>
                <a:gd name="connsiteX3-259" fmla="*/ 275967 w 295275"/>
                <a:gd name="connsiteY3-260" fmla="*/ 66705 h 599179"/>
                <a:gd name="connsiteX4-261" fmla="*/ 152376 w 295275"/>
                <a:gd name="connsiteY4-262" fmla="*/ 303904 h 599179"/>
                <a:gd name="connsiteX5-263" fmla="*/ 295275 w 295275"/>
                <a:gd name="connsiteY5-264" fmla="*/ 303904 h 599179"/>
                <a:gd name="connsiteX6-265" fmla="*/ 295275 w 295275"/>
                <a:gd name="connsiteY6-266" fmla="*/ 599179 h 599179"/>
                <a:gd name="connsiteX7-267" fmla="*/ 0 w 295275"/>
                <a:gd name="connsiteY7-268" fmla="*/ 599179 h 599179"/>
                <a:gd name="connsiteX8-269" fmla="*/ 0 w 295275"/>
                <a:gd name="connsiteY8-270" fmla="*/ 303904 h 599179"/>
                <a:gd name="connsiteX9-271" fmla="*/ 204540 w 295275"/>
                <a:gd name="connsiteY9-272" fmla="*/ 547 h 599179"/>
                <a:gd name="connsiteX10-273" fmla="*/ 207995 w 295275"/>
                <a:gd name="connsiteY10-274" fmla="*/ 0 h 599179"/>
                <a:gd name="connsiteX0-275" fmla="*/ 207995 w 295275"/>
                <a:gd name="connsiteY0-276" fmla="*/ 0 h 599179"/>
                <a:gd name="connsiteX1-277" fmla="*/ 218480 w 295275"/>
                <a:gd name="connsiteY1-278" fmla="*/ 17025 h 599179"/>
                <a:gd name="connsiteX2-279" fmla="*/ 263922 w 295275"/>
                <a:gd name="connsiteY2-280" fmla="*/ 59952 h 599179"/>
                <a:gd name="connsiteX3-281" fmla="*/ 275967 w 295275"/>
                <a:gd name="connsiteY3-282" fmla="*/ 66705 h 599179"/>
                <a:gd name="connsiteX4-283" fmla="*/ 152376 w 295275"/>
                <a:gd name="connsiteY4-284" fmla="*/ 303904 h 599179"/>
                <a:gd name="connsiteX5-285" fmla="*/ 295275 w 295275"/>
                <a:gd name="connsiteY5-286" fmla="*/ 303904 h 599179"/>
                <a:gd name="connsiteX6-287" fmla="*/ 295275 w 295275"/>
                <a:gd name="connsiteY6-288" fmla="*/ 599179 h 599179"/>
                <a:gd name="connsiteX7-289" fmla="*/ 0 w 295275"/>
                <a:gd name="connsiteY7-290" fmla="*/ 599179 h 599179"/>
                <a:gd name="connsiteX8-291" fmla="*/ 0 w 295275"/>
                <a:gd name="connsiteY8-292" fmla="*/ 303904 h 599179"/>
                <a:gd name="connsiteX9-293" fmla="*/ 207995 w 295275"/>
                <a:gd name="connsiteY9-294" fmla="*/ 0 h 599179"/>
                <a:gd name="connsiteX0-295" fmla="*/ 207995 w 295275"/>
                <a:gd name="connsiteY0-296" fmla="*/ 0 h 599179"/>
                <a:gd name="connsiteX1-297" fmla="*/ 218480 w 295275"/>
                <a:gd name="connsiteY1-298" fmla="*/ 17025 h 599179"/>
                <a:gd name="connsiteX2-299" fmla="*/ 263922 w 295275"/>
                <a:gd name="connsiteY2-300" fmla="*/ 59952 h 599179"/>
                <a:gd name="connsiteX3-301" fmla="*/ 275967 w 295275"/>
                <a:gd name="connsiteY3-302" fmla="*/ 66705 h 599179"/>
                <a:gd name="connsiteX4-303" fmla="*/ 152376 w 295275"/>
                <a:gd name="connsiteY4-304" fmla="*/ 303904 h 599179"/>
                <a:gd name="connsiteX5-305" fmla="*/ 295275 w 295275"/>
                <a:gd name="connsiteY5-306" fmla="*/ 303904 h 599179"/>
                <a:gd name="connsiteX6-307" fmla="*/ 295275 w 295275"/>
                <a:gd name="connsiteY6-308" fmla="*/ 599179 h 599179"/>
                <a:gd name="connsiteX7-309" fmla="*/ 0 w 295275"/>
                <a:gd name="connsiteY7-310" fmla="*/ 599179 h 599179"/>
                <a:gd name="connsiteX8-311" fmla="*/ 0 w 295275"/>
                <a:gd name="connsiteY8-312" fmla="*/ 303904 h 599179"/>
                <a:gd name="connsiteX9-313" fmla="*/ 207995 w 295275"/>
                <a:gd name="connsiteY9-314" fmla="*/ 0 h 599179"/>
                <a:gd name="connsiteX0-315" fmla="*/ 207995 w 295275"/>
                <a:gd name="connsiteY0-316" fmla="*/ 0 h 599179"/>
                <a:gd name="connsiteX1-317" fmla="*/ 218480 w 295275"/>
                <a:gd name="connsiteY1-318" fmla="*/ 17025 h 599179"/>
                <a:gd name="connsiteX2-319" fmla="*/ 263922 w 295275"/>
                <a:gd name="connsiteY2-320" fmla="*/ 59952 h 599179"/>
                <a:gd name="connsiteX3-321" fmla="*/ 275967 w 295275"/>
                <a:gd name="connsiteY3-322" fmla="*/ 66705 h 599179"/>
                <a:gd name="connsiteX4-323" fmla="*/ 152376 w 295275"/>
                <a:gd name="connsiteY4-324" fmla="*/ 303904 h 599179"/>
                <a:gd name="connsiteX5-325" fmla="*/ 295275 w 295275"/>
                <a:gd name="connsiteY5-326" fmla="*/ 303904 h 599179"/>
                <a:gd name="connsiteX6-327" fmla="*/ 295275 w 295275"/>
                <a:gd name="connsiteY6-328" fmla="*/ 599179 h 599179"/>
                <a:gd name="connsiteX7-329" fmla="*/ 0 w 295275"/>
                <a:gd name="connsiteY7-330" fmla="*/ 599179 h 599179"/>
                <a:gd name="connsiteX8-331" fmla="*/ 0 w 295275"/>
                <a:gd name="connsiteY8-332" fmla="*/ 303904 h 599179"/>
                <a:gd name="connsiteX9-333" fmla="*/ 207995 w 295275"/>
                <a:gd name="connsiteY9-334" fmla="*/ 0 h 599179"/>
                <a:gd name="connsiteX0-335" fmla="*/ 207995 w 295275"/>
                <a:gd name="connsiteY0-336" fmla="*/ 0 h 599179"/>
                <a:gd name="connsiteX1-337" fmla="*/ 218480 w 295275"/>
                <a:gd name="connsiteY1-338" fmla="*/ 17025 h 599179"/>
                <a:gd name="connsiteX2-339" fmla="*/ 263922 w 295275"/>
                <a:gd name="connsiteY2-340" fmla="*/ 59952 h 599179"/>
                <a:gd name="connsiteX3-341" fmla="*/ 275967 w 295275"/>
                <a:gd name="connsiteY3-342" fmla="*/ 66705 h 599179"/>
                <a:gd name="connsiteX4-343" fmla="*/ 152376 w 295275"/>
                <a:gd name="connsiteY4-344" fmla="*/ 303904 h 599179"/>
                <a:gd name="connsiteX5-345" fmla="*/ 295275 w 295275"/>
                <a:gd name="connsiteY5-346" fmla="*/ 303904 h 599179"/>
                <a:gd name="connsiteX6-347" fmla="*/ 295275 w 295275"/>
                <a:gd name="connsiteY6-348" fmla="*/ 599179 h 599179"/>
                <a:gd name="connsiteX7-349" fmla="*/ 0 w 295275"/>
                <a:gd name="connsiteY7-350" fmla="*/ 599179 h 599179"/>
                <a:gd name="connsiteX8-351" fmla="*/ 0 w 295275"/>
                <a:gd name="connsiteY8-352" fmla="*/ 303904 h 599179"/>
                <a:gd name="connsiteX9-353" fmla="*/ 207995 w 295275"/>
                <a:gd name="connsiteY9-354" fmla="*/ 0 h 599179"/>
                <a:gd name="connsiteX0-355" fmla="*/ 207995 w 295275"/>
                <a:gd name="connsiteY0-356" fmla="*/ 0 h 599179"/>
                <a:gd name="connsiteX1-357" fmla="*/ 218480 w 295275"/>
                <a:gd name="connsiteY1-358" fmla="*/ 17025 h 599179"/>
                <a:gd name="connsiteX2-359" fmla="*/ 263922 w 295275"/>
                <a:gd name="connsiteY2-360" fmla="*/ 59952 h 599179"/>
                <a:gd name="connsiteX3-361" fmla="*/ 275967 w 295275"/>
                <a:gd name="connsiteY3-362" fmla="*/ 66705 h 599179"/>
                <a:gd name="connsiteX4-363" fmla="*/ 152376 w 295275"/>
                <a:gd name="connsiteY4-364" fmla="*/ 303904 h 599179"/>
                <a:gd name="connsiteX5-365" fmla="*/ 295275 w 295275"/>
                <a:gd name="connsiteY5-366" fmla="*/ 303904 h 599179"/>
                <a:gd name="connsiteX6-367" fmla="*/ 295275 w 295275"/>
                <a:gd name="connsiteY6-368" fmla="*/ 599179 h 599179"/>
                <a:gd name="connsiteX7-369" fmla="*/ 0 w 295275"/>
                <a:gd name="connsiteY7-370" fmla="*/ 599179 h 599179"/>
                <a:gd name="connsiteX8-371" fmla="*/ 0 w 295275"/>
                <a:gd name="connsiteY8-372" fmla="*/ 303904 h 599179"/>
                <a:gd name="connsiteX9-373" fmla="*/ 207995 w 295275"/>
                <a:gd name="connsiteY9-374" fmla="*/ 0 h 599179"/>
                <a:gd name="connsiteX0-375" fmla="*/ 207995 w 295275"/>
                <a:gd name="connsiteY0-376" fmla="*/ 0 h 599179"/>
                <a:gd name="connsiteX1-377" fmla="*/ 218480 w 295275"/>
                <a:gd name="connsiteY1-378" fmla="*/ 17025 h 599179"/>
                <a:gd name="connsiteX2-379" fmla="*/ 263922 w 295275"/>
                <a:gd name="connsiteY2-380" fmla="*/ 59952 h 599179"/>
                <a:gd name="connsiteX3-381" fmla="*/ 275967 w 295275"/>
                <a:gd name="connsiteY3-382" fmla="*/ 66705 h 599179"/>
                <a:gd name="connsiteX4-383" fmla="*/ 152376 w 295275"/>
                <a:gd name="connsiteY4-384" fmla="*/ 303904 h 599179"/>
                <a:gd name="connsiteX5-385" fmla="*/ 295275 w 295275"/>
                <a:gd name="connsiteY5-386" fmla="*/ 303904 h 599179"/>
                <a:gd name="connsiteX6-387" fmla="*/ 295275 w 295275"/>
                <a:gd name="connsiteY6-388" fmla="*/ 599179 h 599179"/>
                <a:gd name="connsiteX7-389" fmla="*/ 0 w 295275"/>
                <a:gd name="connsiteY7-390" fmla="*/ 599179 h 599179"/>
                <a:gd name="connsiteX8-391" fmla="*/ 0 w 295275"/>
                <a:gd name="connsiteY8-392" fmla="*/ 303904 h 599179"/>
                <a:gd name="connsiteX9-393" fmla="*/ 207995 w 295275"/>
                <a:gd name="connsiteY9-394" fmla="*/ 0 h 599179"/>
                <a:gd name="connsiteX0-395" fmla="*/ 207995 w 295275"/>
                <a:gd name="connsiteY0-396" fmla="*/ 0 h 599179"/>
                <a:gd name="connsiteX1-397" fmla="*/ 218480 w 295275"/>
                <a:gd name="connsiteY1-398" fmla="*/ 17025 h 599179"/>
                <a:gd name="connsiteX2-399" fmla="*/ 263922 w 295275"/>
                <a:gd name="connsiteY2-400" fmla="*/ 59952 h 599179"/>
                <a:gd name="connsiteX3-401" fmla="*/ 275967 w 295275"/>
                <a:gd name="connsiteY3-402" fmla="*/ 66705 h 599179"/>
                <a:gd name="connsiteX4-403" fmla="*/ 152376 w 295275"/>
                <a:gd name="connsiteY4-404" fmla="*/ 303904 h 599179"/>
                <a:gd name="connsiteX5-405" fmla="*/ 295275 w 295275"/>
                <a:gd name="connsiteY5-406" fmla="*/ 303904 h 599179"/>
                <a:gd name="connsiteX6-407" fmla="*/ 295275 w 295275"/>
                <a:gd name="connsiteY6-408" fmla="*/ 599179 h 599179"/>
                <a:gd name="connsiteX7-409" fmla="*/ 0 w 295275"/>
                <a:gd name="connsiteY7-410" fmla="*/ 599179 h 599179"/>
                <a:gd name="connsiteX8-411" fmla="*/ 0 w 295275"/>
                <a:gd name="connsiteY8-412" fmla="*/ 303904 h 599179"/>
                <a:gd name="connsiteX9-413" fmla="*/ 207995 w 295275"/>
                <a:gd name="connsiteY9-414" fmla="*/ 0 h 599179"/>
                <a:gd name="connsiteX0-415" fmla="*/ 207995 w 295275"/>
                <a:gd name="connsiteY0-416" fmla="*/ 0 h 599179"/>
                <a:gd name="connsiteX1-417" fmla="*/ 218480 w 295275"/>
                <a:gd name="connsiteY1-418" fmla="*/ 17025 h 599179"/>
                <a:gd name="connsiteX2-419" fmla="*/ 263922 w 295275"/>
                <a:gd name="connsiteY2-420" fmla="*/ 59952 h 599179"/>
                <a:gd name="connsiteX3-421" fmla="*/ 275967 w 295275"/>
                <a:gd name="connsiteY3-422" fmla="*/ 66705 h 599179"/>
                <a:gd name="connsiteX4-423" fmla="*/ 152376 w 295275"/>
                <a:gd name="connsiteY4-424" fmla="*/ 303904 h 599179"/>
                <a:gd name="connsiteX5-425" fmla="*/ 295275 w 295275"/>
                <a:gd name="connsiteY5-426" fmla="*/ 303904 h 599179"/>
                <a:gd name="connsiteX6-427" fmla="*/ 295275 w 295275"/>
                <a:gd name="connsiteY6-428" fmla="*/ 599179 h 599179"/>
                <a:gd name="connsiteX7-429" fmla="*/ 0 w 295275"/>
                <a:gd name="connsiteY7-430" fmla="*/ 599179 h 599179"/>
                <a:gd name="connsiteX8-431" fmla="*/ 0 w 295275"/>
                <a:gd name="connsiteY8-432" fmla="*/ 334942 h 599179"/>
                <a:gd name="connsiteX9-433" fmla="*/ 207995 w 295275"/>
                <a:gd name="connsiteY9-434" fmla="*/ 0 h 599179"/>
                <a:gd name="connsiteX0-435" fmla="*/ 207995 w 295275"/>
                <a:gd name="connsiteY0-436" fmla="*/ 0 h 599179"/>
                <a:gd name="connsiteX1-437" fmla="*/ 218480 w 295275"/>
                <a:gd name="connsiteY1-438" fmla="*/ 17025 h 599179"/>
                <a:gd name="connsiteX2-439" fmla="*/ 263922 w 295275"/>
                <a:gd name="connsiteY2-440" fmla="*/ 59952 h 599179"/>
                <a:gd name="connsiteX3-441" fmla="*/ 275967 w 295275"/>
                <a:gd name="connsiteY3-442" fmla="*/ 66705 h 599179"/>
                <a:gd name="connsiteX4-443" fmla="*/ 152376 w 295275"/>
                <a:gd name="connsiteY4-444" fmla="*/ 303904 h 599179"/>
                <a:gd name="connsiteX5-445" fmla="*/ 295275 w 295275"/>
                <a:gd name="connsiteY5-446" fmla="*/ 303904 h 599179"/>
                <a:gd name="connsiteX6-447" fmla="*/ 295275 w 295275"/>
                <a:gd name="connsiteY6-448" fmla="*/ 599179 h 599179"/>
                <a:gd name="connsiteX7-449" fmla="*/ 0 w 295275"/>
                <a:gd name="connsiteY7-450" fmla="*/ 599179 h 599179"/>
                <a:gd name="connsiteX8-451" fmla="*/ 0 w 295275"/>
                <a:gd name="connsiteY8-452" fmla="*/ 334942 h 599179"/>
                <a:gd name="connsiteX9-453" fmla="*/ 207995 w 295275"/>
                <a:gd name="connsiteY9-454" fmla="*/ 0 h 599179"/>
                <a:gd name="connsiteX0-455" fmla="*/ 207995 w 295275"/>
                <a:gd name="connsiteY0-456" fmla="*/ 0 h 599179"/>
                <a:gd name="connsiteX1-457" fmla="*/ 218480 w 295275"/>
                <a:gd name="connsiteY1-458" fmla="*/ 17025 h 599179"/>
                <a:gd name="connsiteX2-459" fmla="*/ 263922 w 295275"/>
                <a:gd name="connsiteY2-460" fmla="*/ 59952 h 599179"/>
                <a:gd name="connsiteX3-461" fmla="*/ 275967 w 295275"/>
                <a:gd name="connsiteY3-462" fmla="*/ 66705 h 599179"/>
                <a:gd name="connsiteX4-463" fmla="*/ 152376 w 295275"/>
                <a:gd name="connsiteY4-464" fmla="*/ 303904 h 599179"/>
                <a:gd name="connsiteX5-465" fmla="*/ 295275 w 295275"/>
                <a:gd name="connsiteY5-466" fmla="*/ 303904 h 599179"/>
                <a:gd name="connsiteX6-467" fmla="*/ 295275 w 295275"/>
                <a:gd name="connsiteY6-468" fmla="*/ 599179 h 599179"/>
                <a:gd name="connsiteX7-469" fmla="*/ 0 w 295275"/>
                <a:gd name="connsiteY7-470" fmla="*/ 599179 h 599179"/>
                <a:gd name="connsiteX8-471" fmla="*/ 0 w 295275"/>
                <a:gd name="connsiteY8-472" fmla="*/ 334942 h 599179"/>
                <a:gd name="connsiteX9-473" fmla="*/ 207995 w 295275"/>
                <a:gd name="connsiteY9-474" fmla="*/ 0 h 5991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</a:cxnLst>
              <a:rect l="l" t="t" r="r" b="b"/>
              <a:pathLst>
                <a:path w="295275" h="599179">
                  <a:moveTo>
                    <a:pt x="207995" y="0"/>
                  </a:moveTo>
                  <a:lnTo>
                    <a:pt x="218480" y="17025"/>
                  </a:lnTo>
                  <a:cubicBezTo>
                    <a:pt x="231034" y="32364"/>
                    <a:pt x="246314" y="46986"/>
                    <a:pt x="263922" y="59952"/>
                  </a:cubicBezTo>
                  <a:lnTo>
                    <a:pt x="275967" y="66705"/>
                  </a:lnTo>
                  <a:cubicBezTo>
                    <a:pt x="274744" y="66607"/>
                    <a:pt x="166924" y="148026"/>
                    <a:pt x="152376" y="303904"/>
                  </a:cubicBezTo>
                  <a:lnTo>
                    <a:pt x="295275" y="303904"/>
                  </a:lnTo>
                  <a:lnTo>
                    <a:pt x="295275" y="599179"/>
                  </a:lnTo>
                  <a:lnTo>
                    <a:pt x="0" y="599179"/>
                  </a:lnTo>
                  <a:lnTo>
                    <a:pt x="0" y="334942"/>
                  </a:lnTo>
                  <a:cubicBezTo>
                    <a:pt x="10368" y="113589"/>
                    <a:pt x="207637" y="2353"/>
                    <a:pt x="207995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D6DC2">
                <a:shade val="50000"/>
              </a:srgbClr>
            </a:lnRef>
            <a:fillRef idx="1">
              <a:srgbClr val="1D6DC2"/>
            </a:fillRef>
            <a:effectRef idx="0">
              <a:srgbClr val="1D6DC2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" name="图片 11" descr="41ffb8db2d10ee5b8a9660cd38ac113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7633" y="1052513"/>
            <a:ext cx="4046855" cy="4498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84345" y="2277110"/>
            <a:ext cx="4939030" cy="24472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26977" name="组合 43"/>
          <p:cNvGrpSpPr/>
          <p:nvPr/>
        </p:nvGrpSpPr>
        <p:grpSpPr>
          <a:xfrm>
            <a:off x="492125" y="461963"/>
            <a:ext cx="923925" cy="711200"/>
            <a:chOff x="842086" y="1969574"/>
            <a:chExt cx="1233302" cy="949325"/>
          </a:xfrm>
        </p:grpSpPr>
        <p:sp>
          <p:nvSpPr>
            <p:cNvPr id="42" name="任意多边形: 形状 41"/>
            <p:cNvSpPr/>
            <p:nvPr>
              <p:custDataLst>
                <p:tags r:id="rId1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3" name="任意多边形: 形状 42"/>
            <p:cNvSpPr/>
            <p:nvPr>
              <p:custDataLst>
                <p:tags r:id="rId2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0" name="文本框 6"/>
          <p:cNvSpPr txBox="1"/>
          <p:nvPr>
            <p:custDataLst>
              <p:tags r:id="rId3"/>
            </p:custDataLst>
          </p:nvPr>
        </p:nvSpPr>
        <p:spPr>
          <a:xfrm>
            <a:off x="1416050" y="1419225"/>
            <a:ext cx="3960813" cy="588963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sz="2700" b="1" dirty="0">
                <a:solidFill>
                  <a:srgbClr val="404040"/>
                </a:solidFill>
                <a:latin typeface="Arial" panose="020B0604020202020204" pitchFamily="34" charset="0"/>
                <a:ea typeface="微软雅黑" panose="020B0503020204020204" charset="-122"/>
              </a:rPr>
              <a:t>当前里程碑评价：</a:t>
            </a:r>
            <a:endParaRPr lang="zh-CN" altLang="en-US" sz="2700" b="1" dirty="0">
              <a:solidFill>
                <a:srgbClr val="40404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9" name="直接连接符 8"/>
          <p:cNvCxnSpPr/>
          <p:nvPr>
            <p:custDataLst>
              <p:tags r:id="rId4"/>
            </p:custDataLst>
          </p:nvPr>
        </p:nvCxnSpPr>
        <p:spPr>
          <a:xfrm>
            <a:off x="1135063" y="1308100"/>
            <a:ext cx="0" cy="811213"/>
          </a:xfrm>
          <a:prstGeom prst="line">
            <a:avLst/>
          </a:prstGeom>
          <a:ln>
            <a:solidFill>
              <a:sysClr val="windowText" lastClr="000000"/>
            </a:solidFill>
          </a:ln>
        </p:spPr>
        <p:style>
          <a:lnRef idx="1">
            <a:srgbClr val="4472C4"/>
          </a:lnRef>
          <a:fillRef idx="0">
            <a:srgbClr val="4472C4"/>
          </a:fillRef>
          <a:effectRef idx="0">
            <a:srgbClr val="4472C4"/>
          </a:effectRef>
          <a:fontRef idx="minor">
            <a:sysClr val="windowText" lastClr="000000"/>
          </a:fontRef>
        </p:style>
      </p:cxnSp>
      <p:grpSp>
        <p:nvGrpSpPr>
          <p:cNvPr id="126982" name="组合 44"/>
          <p:cNvGrpSpPr/>
          <p:nvPr/>
        </p:nvGrpSpPr>
        <p:grpSpPr>
          <a:xfrm rot="10800000">
            <a:off x="7562850" y="1173163"/>
            <a:ext cx="923925" cy="711200"/>
            <a:chOff x="842086" y="1969574"/>
            <a:chExt cx="1233302" cy="949325"/>
          </a:xfrm>
        </p:grpSpPr>
        <p:sp>
          <p:nvSpPr>
            <p:cNvPr id="46" name="任意多边形: 形状 45"/>
            <p:cNvSpPr/>
            <p:nvPr>
              <p:custDataLst>
                <p:tags r:id="rId5"/>
              </p:custDataLst>
            </p:nvPr>
          </p:nvSpPr>
          <p:spPr>
            <a:xfrm>
              <a:off x="8420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  <p:sp>
          <p:nvSpPr>
            <p:cNvPr id="47" name="任意多边形: 形状 46"/>
            <p:cNvSpPr/>
            <p:nvPr>
              <p:custDataLst>
                <p:tags r:id="rId6"/>
              </p:custDataLst>
            </p:nvPr>
          </p:nvSpPr>
          <p:spPr>
            <a:xfrm>
              <a:off x="1502486" y="1969574"/>
              <a:ext cx="572902" cy="949325"/>
            </a:xfrm>
            <a:custGeom>
              <a:avLst/>
              <a:gdLst>
                <a:gd name="connsiteX0" fmla="*/ 244627 w 572902"/>
                <a:gd name="connsiteY0" fmla="*/ 0 h 949325"/>
                <a:gd name="connsiteX1" fmla="*/ 245845 w 572902"/>
                <a:gd name="connsiteY1" fmla="*/ 0 h 949325"/>
                <a:gd name="connsiteX2" fmla="*/ 368642 w 572902"/>
                <a:gd name="connsiteY2" fmla="*/ 0 h 949325"/>
                <a:gd name="connsiteX3" fmla="*/ 368642 w 572902"/>
                <a:gd name="connsiteY3" fmla="*/ 2865 h 949325"/>
                <a:gd name="connsiteX4" fmla="*/ 371437 w 572902"/>
                <a:gd name="connsiteY4" fmla="*/ 0 h 949325"/>
                <a:gd name="connsiteX5" fmla="*/ 371437 w 572902"/>
                <a:gd name="connsiteY5" fmla="*/ 376423 h 949325"/>
                <a:gd name="connsiteX6" fmla="*/ 572902 w 572902"/>
                <a:gd name="connsiteY6" fmla="*/ 376423 h 949325"/>
                <a:gd name="connsiteX7" fmla="*/ 572902 w 572902"/>
                <a:gd name="connsiteY7" fmla="*/ 949325 h 949325"/>
                <a:gd name="connsiteX8" fmla="*/ 0 w 572902"/>
                <a:gd name="connsiteY8" fmla="*/ 949325 h 949325"/>
                <a:gd name="connsiteX9" fmla="*/ 0 w 572902"/>
                <a:gd name="connsiteY9" fmla="*/ 376423 h 949325"/>
                <a:gd name="connsiteX10" fmla="*/ 1461 w 572902"/>
                <a:gd name="connsiteY10" fmla="*/ 376423 h 949325"/>
                <a:gd name="connsiteX11" fmla="*/ 244627 w 572902"/>
                <a:gd name="connsiteY11" fmla="*/ 1876 h 949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2902" h="949325">
                  <a:moveTo>
                    <a:pt x="244627" y="0"/>
                  </a:moveTo>
                  <a:lnTo>
                    <a:pt x="245845" y="0"/>
                  </a:lnTo>
                  <a:lnTo>
                    <a:pt x="368642" y="0"/>
                  </a:lnTo>
                  <a:lnTo>
                    <a:pt x="368642" y="2865"/>
                  </a:lnTo>
                  <a:lnTo>
                    <a:pt x="371437" y="0"/>
                  </a:lnTo>
                  <a:lnTo>
                    <a:pt x="371437" y="376423"/>
                  </a:lnTo>
                  <a:lnTo>
                    <a:pt x="572902" y="376423"/>
                  </a:lnTo>
                  <a:lnTo>
                    <a:pt x="572902" y="949325"/>
                  </a:lnTo>
                  <a:lnTo>
                    <a:pt x="0" y="949325"/>
                  </a:lnTo>
                  <a:lnTo>
                    <a:pt x="0" y="376423"/>
                  </a:lnTo>
                  <a:lnTo>
                    <a:pt x="1461" y="376423"/>
                  </a:lnTo>
                  <a:lnTo>
                    <a:pt x="244627" y="1876"/>
                  </a:lnTo>
                  <a:close/>
                </a:path>
              </a:pathLst>
            </a:custGeom>
            <a:solidFill>
              <a:sysClr val="window" lastClr="FFFFFF">
                <a:lumMod val="95000"/>
              </a:sysClr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 fontAlgn="base"/>
              <a:endParaRPr lang="zh-CN" altLang="en-US" sz="1350" strike="noStrike" noProof="1">
                <a:ea typeface="微软雅黑" panose="020B0503020204020204" charset="-122"/>
              </a:endParaRPr>
            </a:p>
          </p:txBody>
        </p:sp>
      </p:grpSp>
      <p:sp>
        <p:nvSpPr>
          <p:cNvPr id="126985" name="文本框 1"/>
          <p:cNvSpPr txBox="1"/>
          <p:nvPr/>
        </p:nvSpPr>
        <p:spPr>
          <a:xfrm>
            <a:off x="1416050" y="2251075"/>
            <a:ext cx="660209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郎竑健：其余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(90)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微软雅黑" panose="020B0503020204020204" charset="-122"/>
              </a:rPr>
              <a:t>俞伟鸿：模块层次图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20%</a:t>
            </a:r>
            <a:r>
              <a:rPr lang="en-US" altLang="zh-CN">
                <a:sym typeface="+mn-ea"/>
              </a:rPr>
              <a:t>Word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(89)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</a:rPr>
              <a:t>徐志浩：</a:t>
            </a:r>
            <a:r>
              <a:rPr lang="zh-CN" altLang="en-US">
                <a:sym typeface="+mn-ea"/>
              </a:rPr>
              <a:t>业务流程图、</a:t>
            </a:r>
            <a:r>
              <a:rPr lang="en-US" altLang="zh-CN">
                <a:sym typeface="+mn-ea"/>
              </a:rPr>
              <a:t>20%</a:t>
            </a:r>
            <a:r>
              <a:rPr lang="en-US" altLang="zh-CN">
                <a:sym typeface="+mn-ea"/>
              </a:rPr>
              <a:t>Word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(88)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custDataLst>
      <p:tags r:id="rId7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31073" name="组合 25"/>
          <p:cNvGrpSpPr/>
          <p:nvPr/>
        </p:nvGrpSpPr>
        <p:grpSpPr>
          <a:xfrm>
            <a:off x="684213" y="825500"/>
            <a:ext cx="7775575" cy="5207000"/>
            <a:chOff x="975533" y="0"/>
            <a:chExt cx="10240934" cy="6858000"/>
          </a:xfrm>
        </p:grpSpPr>
        <p:sp>
          <p:nvSpPr>
            <p:cNvPr id="23" name="任意多边形: 形状 22"/>
            <p:cNvSpPr/>
            <p:nvPr>
              <p:custDataLst>
                <p:tags r:id="rId1"/>
              </p:custDataLst>
            </p:nvPr>
          </p:nvSpPr>
          <p:spPr>
            <a:xfrm>
              <a:off x="2412733" y="0"/>
              <a:ext cx="7366534" cy="6858000"/>
            </a:xfrm>
            <a:custGeom>
              <a:avLst/>
              <a:gdLst>
                <a:gd name="connsiteX0" fmla="*/ 2338804 w 7366534"/>
                <a:gd name="connsiteY0" fmla="*/ 0 h 6858000"/>
                <a:gd name="connsiteX1" fmla="*/ 5027730 w 7366534"/>
                <a:gd name="connsiteY1" fmla="*/ 0 h 6858000"/>
                <a:gd name="connsiteX2" fmla="*/ 5116961 w 7366534"/>
                <a:gd name="connsiteY2" fmla="*/ 35183 h 6858000"/>
                <a:gd name="connsiteX3" fmla="*/ 7366534 w 7366534"/>
                <a:gd name="connsiteY3" fmla="*/ 3429000 h 6858000"/>
                <a:gd name="connsiteX4" fmla="*/ 5116961 w 7366534"/>
                <a:gd name="connsiteY4" fmla="*/ 6822818 h 6858000"/>
                <a:gd name="connsiteX5" fmla="*/ 5027731 w 7366534"/>
                <a:gd name="connsiteY5" fmla="*/ 6858000 h 6858000"/>
                <a:gd name="connsiteX6" fmla="*/ 2338804 w 7366534"/>
                <a:gd name="connsiteY6" fmla="*/ 6858000 h 6858000"/>
                <a:gd name="connsiteX7" fmla="*/ 2249574 w 7366534"/>
                <a:gd name="connsiteY7" fmla="*/ 6822818 h 6858000"/>
                <a:gd name="connsiteX8" fmla="*/ 0 w 7366534"/>
                <a:gd name="connsiteY8" fmla="*/ 3429000 h 6858000"/>
                <a:gd name="connsiteX9" fmla="*/ 2249574 w 7366534"/>
                <a:gd name="connsiteY9" fmla="*/ 3518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366534" h="6858000">
                  <a:moveTo>
                    <a:pt x="2338804" y="0"/>
                  </a:moveTo>
                  <a:lnTo>
                    <a:pt x="5027730" y="0"/>
                  </a:lnTo>
                  <a:lnTo>
                    <a:pt x="5116961" y="35183"/>
                  </a:lnTo>
                  <a:cubicBezTo>
                    <a:pt x="6438941" y="594333"/>
                    <a:pt x="7366534" y="1903341"/>
                    <a:pt x="7366534" y="3429000"/>
                  </a:cubicBezTo>
                  <a:cubicBezTo>
                    <a:pt x="7366534" y="4954659"/>
                    <a:pt x="6438941" y="6263667"/>
                    <a:pt x="5116961" y="6822818"/>
                  </a:cubicBezTo>
                  <a:lnTo>
                    <a:pt x="5027731" y="6858000"/>
                  </a:lnTo>
                  <a:lnTo>
                    <a:pt x="2338804" y="6858000"/>
                  </a:lnTo>
                  <a:lnTo>
                    <a:pt x="2249574" y="6822818"/>
                  </a:lnTo>
                  <a:cubicBezTo>
                    <a:pt x="927594" y="6263667"/>
                    <a:pt x="0" y="4954659"/>
                    <a:pt x="0" y="3429000"/>
                  </a:cubicBezTo>
                  <a:cubicBezTo>
                    <a:pt x="0" y="1903341"/>
                    <a:pt x="927594" y="594333"/>
                    <a:pt x="2249574" y="35183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任意多边形: 形状 24"/>
            <p:cNvSpPr/>
            <p:nvPr>
              <p:custDataLst>
                <p:tags r:id="rId2"/>
              </p:custDataLst>
            </p:nvPr>
          </p:nvSpPr>
          <p:spPr>
            <a:xfrm>
              <a:off x="975533" y="0"/>
              <a:ext cx="10240934" cy="6858000"/>
            </a:xfrm>
            <a:custGeom>
              <a:avLst/>
              <a:gdLst>
                <a:gd name="connsiteX0" fmla="*/ 1318176 w 10240934"/>
                <a:gd name="connsiteY0" fmla="*/ 0 h 6858000"/>
                <a:gd name="connsiteX1" fmla="*/ 8922758 w 10240934"/>
                <a:gd name="connsiteY1" fmla="*/ 0 h 6858000"/>
                <a:gd name="connsiteX2" fmla="*/ 9071668 w 10240934"/>
                <a:gd name="connsiteY2" fmla="*/ 171908 h 6858000"/>
                <a:gd name="connsiteX3" fmla="*/ 10240934 w 10240934"/>
                <a:gd name="connsiteY3" fmla="*/ 3429000 h 6858000"/>
                <a:gd name="connsiteX4" fmla="*/ 9071668 w 10240934"/>
                <a:gd name="connsiteY4" fmla="*/ 6686093 h 6858000"/>
                <a:gd name="connsiteX5" fmla="*/ 8922758 w 10240934"/>
                <a:gd name="connsiteY5" fmla="*/ 6858000 h 6858000"/>
                <a:gd name="connsiteX6" fmla="*/ 1318176 w 10240934"/>
                <a:gd name="connsiteY6" fmla="*/ 6858000 h 6858000"/>
                <a:gd name="connsiteX7" fmla="*/ 1169266 w 10240934"/>
                <a:gd name="connsiteY7" fmla="*/ 6686093 h 6858000"/>
                <a:gd name="connsiteX8" fmla="*/ 0 w 10240934"/>
                <a:gd name="connsiteY8" fmla="*/ 3429000 h 6858000"/>
                <a:gd name="connsiteX9" fmla="*/ 1169266 w 10240934"/>
                <a:gd name="connsiteY9" fmla="*/ 17190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240934" h="6858000">
                  <a:moveTo>
                    <a:pt x="1318176" y="0"/>
                  </a:moveTo>
                  <a:lnTo>
                    <a:pt x="8922758" y="0"/>
                  </a:lnTo>
                  <a:lnTo>
                    <a:pt x="9071668" y="171908"/>
                  </a:lnTo>
                  <a:cubicBezTo>
                    <a:pt x="9802133" y="1057026"/>
                    <a:pt x="10240934" y="2191769"/>
                    <a:pt x="10240934" y="3429000"/>
                  </a:cubicBezTo>
                  <a:cubicBezTo>
                    <a:pt x="10240934" y="4666231"/>
                    <a:pt x="9802133" y="5800974"/>
                    <a:pt x="9071668" y="6686093"/>
                  </a:cubicBezTo>
                  <a:lnTo>
                    <a:pt x="8922758" y="6858000"/>
                  </a:lnTo>
                  <a:lnTo>
                    <a:pt x="1318176" y="6858000"/>
                  </a:lnTo>
                  <a:lnTo>
                    <a:pt x="1169266" y="6686093"/>
                  </a:lnTo>
                  <a:cubicBezTo>
                    <a:pt x="438801" y="5800974"/>
                    <a:pt x="0" y="4666231"/>
                    <a:pt x="0" y="3429000"/>
                  </a:cubicBezTo>
                  <a:cubicBezTo>
                    <a:pt x="0" y="2191769"/>
                    <a:pt x="438801" y="1057026"/>
                    <a:pt x="1169266" y="171908"/>
                  </a:cubicBezTo>
                  <a:close/>
                </a:path>
              </a:pathLst>
            </a:custGeom>
            <a:noFill/>
            <a:ln>
              <a:solidFill>
                <a:sysClr val="window" lastClr="FFFFFF">
                  <a:lumMod val="95000"/>
                </a:sysClr>
              </a:solidFill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p>
              <a:pPr algn="just" fontAlgn="base">
                <a:lnSpc>
                  <a:spcPct val="120000"/>
                </a:lnSpc>
              </a:pPr>
              <a:endParaRPr lang="zh-CN" altLang="en-US" sz="1350" strike="noStrike" noProof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2809875" y="1666875"/>
            <a:ext cx="3524250" cy="3524250"/>
          </a:xfrm>
          <a:prstGeom prst="ellipse">
            <a:avLst/>
          </a:prstGeom>
          <a:noFill/>
          <a:ln>
            <a:solidFill>
              <a:sysClr val="window" lastClr="FFFFFF">
                <a:lumMod val="95000"/>
              </a:sysClr>
            </a:solidFill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>
            <a:normAutofit/>
          </a:bodyPr>
          <a:p>
            <a:pPr algn="ctr" fontAlgn="base">
              <a:lnSpc>
                <a:spcPct val="120000"/>
              </a:lnSpc>
            </a:pPr>
            <a:endParaRPr lang="zh-CN" altLang="en-US" sz="1350" strike="noStrike" noProof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79838" y="2997200"/>
            <a:ext cx="2476500" cy="8302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</a:pPr>
            <a:r>
              <a:rPr lang="zh-CN" altLang="en-US" sz="4800" spc="30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微软雅黑" panose="020B0503020204020204" charset="-122"/>
                <a:sym typeface="Arial" panose="020B0604020202020204" pitchFamily="34" charset="0"/>
              </a:rPr>
              <a:t>谢谢</a:t>
            </a:r>
            <a:endParaRPr lang="zh-CN" altLang="en-US" sz="4800" spc="300" noProof="1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UNIT_ISCONTENTSTITLE" val="0"/>
  <p:tag name="KSO_WM_UNIT_PRESET_TEXT" val="单击此处&#13;添加大标题内容"/>
  <p:tag name="KSO_WM_UNIT_TEXT_PART_ID" val="5-X"/>
  <p:tag name="KSO_WM_UNIT_TEXT_PART_SIZE" val="92.4*403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194877_1*a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NOCLEAR" val="0"/>
  <p:tag name="KSO_WM_DIAGRAM_GROUP_CODE" val="ζ1-1"/>
  <p:tag name="KSO_WM_UNIT_TEXT_PART_ID_V2" val="a-2-1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PLACING_PICTURE_USER_VIEWPORT" val="{&quot;height&quot;:4909,&quot;width&quot;:7815}"/>
</p:tagLst>
</file>

<file path=ppt/tags/tag40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1"/>
  <p:tag name="KSO_WM_UNIT_ID" val="diagram20194877_1*i*1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2"/>
  <p:tag name="KSO_WM_UNIT_ID" val="diagram20194877_1*i*2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4"/>
  <p:tag name="KSO_WM_UNIT_ID" val="diagram20194877_1*i*4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14"/>
  <p:tag name="KSO_WM_UNIT_TEXT_FILL_TYPE" val="1"/>
  <p:tag name="KSO_WM_UNIT_USESOURCEFORMAT_APPLY" val="1"/>
</p:tagLst>
</file>

<file path=ppt/tags/tag60.xml><?xml version="1.0" encoding="utf-8"?>
<p:tagLst xmlns:p="http://schemas.openxmlformats.org/presentationml/2006/main">
  <p:tag name="KSO_WM_UNIT_TEXT_PART_ID" val="4-b"/>
  <p:tag name="KSO_WM_UNIT_TEXT_PART_SIZE" val="84.88*854.5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ID" val="diagram20194877_1*h_f*1_1"/>
  <p:tag name="KSO_WM_TEMPLATE_CATEGORY" val="diagram"/>
  <p:tag name="KSO_WM_TEMPLATE_INDEX" val="20194877"/>
  <p:tag name="KSO_WM_UNIT_LAYERLEVEL" val="1_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即便信息错综复杂，需要用更多的文字来表述，也请您尽可能提炼思想的精髓，恰如其分的表达观点，往往事半功倍。"/>
  <p:tag name="KSO_WM_UNIT_TYPE" val="h_f"/>
  <p:tag name="KSO_WM_UNIT_INDEX" val="1_1"/>
  <p:tag name="KSO_WM_UNIT_NOCLEAR" val="0"/>
  <p:tag name="KSO_WM_DIAGRAM_GROUP_CODE" val="ζ1-1"/>
  <p:tag name="KSO_WM_UNIT_TEXT_PART_ID_V2" val="d-4-1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6"/>
  <p:tag name="KSO_WM_UNIT_ID" val="diagram20194877_1*i*6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7"/>
  <p:tag name="KSO_WM_UNIT_ID" val="diagram20194877_1*i*7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ζ1-1"/>
  <p:tag name="KSO_WM_UNIT_TYPE" val="i"/>
  <p:tag name="KSO_WM_UNIT_INDEX" val="8"/>
  <p:tag name="KSO_WM_UNIT_ID" val="diagram20194877_1*i*8"/>
  <p:tag name="KSO_WM_TEMPLATE_CATEGORY" val="diagram"/>
  <p:tag name="KSO_WM_TEMPLATE_INDEX" val="20194877"/>
  <p:tag name="KSO_WM_UNIT_LAYERLEVEL" val="1"/>
  <p:tag name="KSO_WM_TAG_VERSION" val="1.0"/>
  <p:tag name="KSO_WM_BEAUTIFY_FLAG" val="#wm#"/>
  <p:tag name="KSO_WM_UNIT_FILL_FORE_SCHEMECOLOR_INDEX" val="14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4.xml><?xml version="1.0" encoding="utf-8"?>
<p:tagLst xmlns:p="http://schemas.openxmlformats.org/presentationml/2006/main">
  <p:tag name="KSO_WM_UNIT_PLACING_PICTURE_USER_VIEWPORT" val="{&quot;height&quot;:7085,&quot;width&quot;:6373}"/>
</p:tagLst>
</file>

<file path=ppt/tags/tag65.xml><?xml version="1.0" encoding="utf-8"?>
<p:tagLst xmlns:p="http://schemas.openxmlformats.org/presentationml/2006/main">
  <p:tag name="KSO_WM_SLIDE_ID" val="diagram20194877_1"/>
  <p:tag name="KSO_WM_TEMPLATE_SUBCATEGORY" val="6"/>
  <p:tag name="KSO_WM_SLIDE_ITEM_CNT" val="1"/>
  <p:tag name="KSO_WM_SLIDE_INDEX" val="1"/>
  <p:tag name="KSO_WM_SLIDE_DIAGTYPE" val="ζ"/>
  <p:tag name="KSO_WM_TAG_VERSION" val="1.0"/>
  <p:tag name="KSO_WM_BEAUTIFY_FLAG" val="#wm#"/>
  <p:tag name="KSO_WM_TEMPLATE_CATEGORY" val="diagram"/>
  <p:tag name="KSO_WM_TEMPLATE_INDEX" val="20194877"/>
  <p:tag name="KSO_WM_SLIDE_LAYOUT" val="a_d_h_ζ"/>
  <p:tag name="KSO_WM_SLIDE_LAYOUT_CNT" val="1_1_1_1"/>
  <p:tag name="KSO_WM_SLIDE_TYPE" val="text"/>
  <p:tag name="KSO_WM_SLIDE_SUBTYPE" val="picTxt"/>
  <p:tag name="KSO_WM_SLIDE_SIZE" val="854.5*443.119"/>
  <p:tag name="KSO_WM_SLIDE_POSITION" val="52.75*56.126"/>
  <p:tag name="KSO_WM_DIAGRAM_GROUP_CODE" val="ζ1-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1551_1*i*3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01551_1*i*4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ISCONTENTSTITLE" val="0"/>
  <p:tag name="KSO_WM_UNIT_PRESET_TEXT" val="点击&#13;输入大标题"/>
  <p:tag name="KSO_WM_UNIT_NOCLEAR" val="0"/>
  <p:tag name="KSO_WM_UNIT_SHOW_EDIT_AREA_INDICATION" val="1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1551_1*a*1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1551_1*i*5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1551_1*i*9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1551_1*i*2"/>
  <p:tag name="KSO_WM_TEMPLATE_CATEGORY" val="diagram"/>
  <p:tag name="KSO_WM_TEMPLATE_INDEX" val="20201551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SLIDE_ID" val="diagram20201551_1"/>
  <p:tag name="KSO_WM_TEMPLATE_SUBCATEGORY" val="0"/>
  <p:tag name="KSO_WM_SLIDE_ITEM_CNT" val="0"/>
  <p:tag name="KSO_WM_SLIDE_INDEX" val="1"/>
  <p:tag name="KSO_WM_UNIT_SHOW_EDIT_AREA_INDICATION" val="1"/>
  <p:tag name="KSO_WM_TAG_VERSION" val="1.0"/>
  <p:tag name="KSO_WM_BEAUTIFY_FLAG" val="#wm#"/>
  <p:tag name="KSO_WM_TEMPLATE_CATEGORY" val="diagram"/>
  <p:tag name="KSO_WM_TEMPLATE_INDEX" val="20201551"/>
  <p:tag name="KSO_WM_SLIDE_LAYOUT" val="a_d_h"/>
  <p:tag name="KSO_WM_SLIDE_LAYOUT_CNT" val="1_1_1"/>
  <p:tag name="KSO_WM_SLIDE_TYPE" val="text"/>
  <p:tag name="KSO_WM_SLIDE_SUBTYPE" val="picTxt"/>
  <p:tag name="KSO_WM_SLIDE_SIZE" val="143.7*26.55"/>
  <p:tag name="KSO_WM_SLIDE_POSITION" val="260.4*271.2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3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4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1613_1*i*5"/>
  <p:tag name="KSO_WM_TEMPLATE_CATEGORY" val="diagram"/>
  <p:tag name="KSO_WM_TEMPLATE_INDEX" val="20201613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76.xml><?xml version="1.0" encoding="utf-8"?>
<p:tagLst xmlns:p="http://schemas.openxmlformats.org/presentationml/2006/main">
  <p:tag name="KSO_WM_SLIDE_ID" val="diagram20201613_1"/>
  <p:tag name="KSO_WM_TEMPLATE_SUBCATEGORY" val="0"/>
  <p:tag name="KSO_WM_SLIDE_TYPE" val="text"/>
  <p:tag name="KSO_WM_SLIDE_SUBTYPE" val="diag"/>
  <p:tag name="KSO_WM_SLIDE_ITEM_CNT" val="0"/>
  <p:tag name="KSO_WM_SLIDE_INDEX" val="1"/>
  <p:tag name="KSO_WM_SLIDE_SIZE" val="854*546"/>
  <p:tag name="KSO_WM_SLIDE_POSITION" val="71*-3"/>
  <p:tag name="KSO_WM_TAG_VERSION" val="1.0"/>
  <p:tag name="KSO_WM_BEAUTIFY_FLAG" val="#wm#"/>
  <p:tag name="KSO_WM_TEMPLATE_CATEGORY" val="diagram"/>
  <p:tag name="KSO_WM_TEMPLATE_INDEX" val="20201613"/>
  <p:tag name="KSO_WM_SLIDE_LAYOUT" val="a_d_f"/>
  <p:tag name="KSO_WM_SLIDE_LAYOUT_CNT" val="1_1_2"/>
</p:tagLst>
</file>

<file path=ppt/tags/tag77.xml><?xml version="1.0" encoding="utf-8"?>
<p:tagLst xmlns:p="http://schemas.openxmlformats.org/presentationml/2006/main">
  <p:tag name="COMMONDATA" val="eyJoZGlkIjoiNWJhMDIwNjlkNzQ3MzljNzcwMGNhYTgyZjNkMzJhZjEifQ=="/>
  <p:tag name="KSO_WPP_MARK_KEY" val="c2a9c131-d783-4698-8b70-4756e70de055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WPS 演示</Application>
  <PresentationFormat/>
  <Paragraphs>60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黑体</vt:lpstr>
      <vt:lpstr>Wingdings</vt:lpstr>
      <vt:lpstr>Arial Unicode MS</vt:lpstr>
      <vt:lpstr>Calibri</vt:lpstr>
      <vt:lpstr>默认设计模板</vt:lpstr>
      <vt:lpstr>1_默认设计模板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jjddn</dc:creator>
  <cp:lastModifiedBy>XI AOGUI</cp:lastModifiedBy>
  <cp:revision>15</cp:revision>
  <dcterms:created xsi:type="dcterms:W3CDTF">2022-10-30T13:20:00Z</dcterms:created>
  <dcterms:modified xsi:type="dcterms:W3CDTF">2022-11-16T05:12:26Z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4DC3AED9A2454AD09C81CB048738E86D</vt:lpwstr>
  </property>
</Properties>
</file>